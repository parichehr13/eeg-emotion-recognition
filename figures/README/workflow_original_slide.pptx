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AEC7B3F-36AC-4EDB-9B30-F2A4230A7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716C040-0124-4E00-A4A6-88424A851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0F371FB-1808-4FF7-AE46-AACDF92FE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B039F-A0C2-4B87-9DEF-3EA98E2CE171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A82112A-737B-494B-A94B-1C01E2E75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21B0ED9-8B79-46B6-B90D-D71BE843D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ECC9-DC06-4067-BB14-385F07F26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912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F606F6-2B2C-4A35-9A3F-28A5CFF6C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6DA63EB-BD5E-49DE-A2D6-FE8816C66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2EE689D-F685-49CA-B556-4FE474B21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B039F-A0C2-4B87-9DEF-3EA98E2CE171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49DBF56-A7D2-401A-A601-D14A512A9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44325BB-B12A-435A-AE0C-F2ADE664E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ECC9-DC06-4067-BB14-385F07F26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75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2055157-EE5B-4F75-95FC-3D1D69BC7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D50BEE6-EED4-46A5-ABCE-E99B14A9D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D61B907-EDDD-40FE-85AA-3C2AC8B01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B039F-A0C2-4B87-9DEF-3EA98E2CE171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B276D3E-FB41-4101-BE66-D898C752A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C125FCC-F40D-4BBF-BBA9-4B85F8E5C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ECC9-DC06-4067-BB14-385F07F26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455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1BA14BB-A63E-4A7F-A577-2AB9B0490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D576FE1-C5DE-480A-8748-DA90855BC6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B9ACE19-81A9-4CD8-992D-FBA44B18B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36DF4A5-D370-4657-8BA9-DDB2468C1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B039F-A0C2-4B87-9DEF-3EA98E2CE171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9C8FE57-C6E1-426A-8E8E-F99B34337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537332B-DFFA-42B3-B144-6224B0666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ECC9-DC06-4067-BB14-385F07F26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644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5960442-778B-405B-9241-BD04FB15B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782064A-0A27-4F45-BADD-FC83ACB7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8D1A740-9AAB-4F4C-8A0D-D65538D50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3FF5059F-BFE2-443E-BD93-2CFFE592A2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EB655FE2-EA8E-48FF-8808-1068F26713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63A8DBA6-4197-42A6-B6D4-222C2623A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B039F-A0C2-4B87-9DEF-3EA98E2CE171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BB44B634-7B27-4154-A0BF-E98DACB1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995BBA67-EE79-4A72-A0B9-7DEF49D48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ECC9-DC06-4067-BB14-385F07F26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479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D10BF1-E3FA-4DA7-ABF1-A95366A23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C409D2F-6EEA-48CD-B951-B569112C8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B039F-A0C2-4B87-9DEF-3EA98E2CE171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EAE0FC8-7E20-45A1-84DF-60199DD0B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8A78465-6A4F-42F2-86B2-BEA923BEC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ECC9-DC06-4067-BB14-385F07F26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98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2CAC224D-06D6-4F2B-8E87-74C89C27F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B039F-A0C2-4B87-9DEF-3EA98E2CE171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BB655F23-37C3-412F-959E-C207EFAC6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D7B1AC9-2342-47BC-8615-468BEB0AD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ECC9-DC06-4067-BB14-385F07F26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29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B274CAA-221D-4D77-9DCD-0076413D4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6A4D629-89FC-4911-98EE-E1DE0AF3A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4EA54C7-7639-44D3-B7FB-18FB78AC6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25046D9-2F52-4B7D-9B58-EDF2D0897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B039F-A0C2-4B87-9DEF-3EA98E2CE171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39DEBFD-5E56-4314-8E39-F74C4B516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90935CF-BD95-4F79-BB24-FF0585890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ECC9-DC06-4067-BB14-385F07F26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70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BAEF8A-CC00-461B-9CFC-5ADE434F5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055D93D5-8C6D-4312-ABFB-D8CA2C3A2F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F5BB0ED-BCC6-4447-97DA-FB7E92688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53F47F6-53E7-4BFF-96C7-0CF55F05C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B039F-A0C2-4B87-9DEF-3EA98E2CE171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8C48A33-F50B-4849-B753-FEA09B56F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AA7BCF2-0472-4E67-855F-6EB3FF970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ECC9-DC06-4067-BB14-385F07F26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592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1AC6071-8C7C-4C41-B24A-B3D09C952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AD0F829F-3CDB-4683-9D82-76CAE8786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484C4AB-0F67-47DD-80F0-13ED28318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B039F-A0C2-4B87-9DEF-3EA98E2CE171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0F0AA94-228F-4F92-BBE5-F4B1B64AF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8735EE1-F499-44EB-A52F-6C8AAD401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ECC9-DC06-4067-BB14-385F07F26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2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32141655-4C80-4199-8D06-482CE34A91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C375F10-A9DE-4480-8633-4F3B37FAE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6F6E645-0F06-4EB3-995C-0D41FF111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B039F-A0C2-4B87-9DEF-3EA98E2CE171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64A51E5-7D06-4988-A972-294F74D81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6B66101-9E68-4889-92E6-5A742C6FA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ECC9-DC06-4067-BB14-385F07F26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171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68B0D92C-9556-4821-B1E8-422A4CC36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65C0489-F448-4F03-9B0B-6B01CF2A7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523560B-B9EE-44C3-B7EA-3F1035566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CB039F-A0C2-4B87-9DEF-3EA98E2CE171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FBA89A8-109F-48B4-A184-6ABBD41998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9370BF3-1D1C-4165-979B-BC94AE52FA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4ECC9-DC06-4067-BB14-385F07F26A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696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117">
            <a:extLst>
              <a:ext uri="{FF2B5EF4-FFF2-40B4-BE49-F238E27FC236}">
                <a16:creationId xmlns="" xmlns:a16="http://schemas.microsoft.com/office/drawing/2014/main" id="{D4836FA1-8088-4BBB-99D9-B0526CF12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147" y="1781692"/>
            <a:ext cx="1928027" cy="178323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4479A3D-7358-46B1-BA8F-82839DD74DC6}"/>
              </a:ext>
            </a:extLst>
          </p:cNvPr>
          <p:cNvSpPr/>
          <p:nvPr/>
        </p:nvSpPr>
        <p:spPr>
          <a:xfrm>
            <a:off x="3296963" y="529011"/>
            <a:ext cx="2503503" cy="79899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and relabeling)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F94B0EE2-1B61-4E33-B880-7F01D16D3980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5800466" y="928506"/>
            <a:ext cx="600644" cy="47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8C1A1FC1-B2E9-4C78-A524-B4ED502FB7EE}"/>
              </a:ext>
            </a:extLst>
          </p:cNvPr>
          <p:cNvSpPr/>
          <p:nvPr/>
        </p:nvSpPr>
        <p:spPr>
          <a:xfrm>
            <a:off x="6401110" y="533762"/>
            <a:ext cx="2503503" cy="7989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385CCAA6-E0FD-4004-BEFD-5918E2D2788A}"/>
              </a:ext>
            </a:extLst>
          </p:cNvPr>
          <p:cNvSpPr/>
          <p:nvPr/>
        </p:nvSpPr>
        <p:spPr>
          <a:xfrm>
            <a:off x="192816" y="530052"/>
            <a:ext cx="2503503" cy="7989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endParaRPr lang="fa-I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BA4D9168-817D-4514-92E2-6F29258B518E}"/>
              </a:ext>
            </a:extLst>
          </p:cNvPr>
          <p:cNvSpPr/>
          <p:nvPr/>
        </p:nvSpPr>
        <p:spPr>
          <a:xfrm>
            <a:off x="9505257" y="529011"/>
            <a:ext cx="2503503" cy="7989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state classification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5D68311F-B123-4B95-A9B6-E3BC28E92F3F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0757009" y="1328001"/>
            <a:ext cx="0" cy="318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FAD84C19-3C79-4F3D-BD53-08DA5EC1226F}"/>
              </a:ext>
            </a:extLst>
          </p:cNvPr>
          <p:cNvCxnSpPr>
            <a:cxnSpLocks/>
          </p:cNvCxnSpPr>
          <p:nvPr/>
        </p:nvCxnSpPr>
        <p:spPr>
          <a:xfrm flipH="1">
            <a:off x="7627424" y="1646846"/>
            <a:ext cx="36875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77E33AAE-EEB5-447B-9683-AC01D5C0CF49}"/>
              </a:ext>
            </a:extLst>
          </p:cNvPr>
          <p:cNvCxnSpPr>
            <a:cxnSpLocks/>
          </p:cNvCxnSpPr>
          <p:nvPr/>
        </p:nvCxnSpPr>
        <p:spPr>
          <a:xfrm>
            <a:off x="9429930" y="4730447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="" xmlns:a16="http://schemas.microsoft.com/office/drawing/2014/main" id="{6D5B164E-8A1E-4654-B0F1-FD6D8D89B4BE}"/>
              </a:ext>
            </a:extLst>
          </p:cNvPr>
          <p:cNvCxnSpPr>
            <a:cxnSpLocks/>
          </p:cNvCxnSpPr>
          <p:nvPr/>
        </p:nvCxnSpPr>
        <p:spPr>
          <a:xfrm>
            <a:off x="11314944" y="1642095"/>
            <a:ext cx="0" cy="2791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="" xmlns:a16="http://schemas.microsoft.com/office/drawing/2014/main" id="{232D60FC-C150-4E82-879A-5925701784F4}"/>
              </a:ext>
            </a:extLst>
          </p:cNvPr>
          <p:cNvCxnSpPr>
            <a:cxnSpLocks/>
            <a:endCxn id="80" idx="0"/>
          </p:cNvCxnSpPr>
          <p:nvPr/>
        </p:nvCxnSpPr>
        <p:spPr>
          <a:xfrm>
            <a:off x="7627424" y="1646846"/>
            <a:ext cx="680" cy="274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="" xmlns:a16="http://schemas.microsoft.com/office/drawing/2014/main" id="{12EF2703-BAEB-4162-9241-98407E48CFD2}"/>
              </a:ext>
            </a:extLst>
          </p:cNvPr>
          <p:cNvSpPr/>
          <p:nvPr/>
        </p:nvSpPr>
        <p:spPr>
          <a:xfrm rot="5400000">
            <a:off x="8956896" y="3445523"/>
            <a:ext cx="1034539" cy="79899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="" xmlns:a16="http://schemas.microsoft.com/office/drawing/2014/main" id="{25581944-272F-4AC7-AE98-AD9DD1C97FD5}"/>
              </a:ext>
            </a:extLst>
          </p:cNvPr>
          <p:cNvSpPr txBox="1"/>
          <p:nvPr/>
        </p:nvSpPr>
        <p:spPr>
          <a:xfrm rot="5400000">
            <a:off x="10939633" y="5691389"/>
            <a:ext cx="180136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="" xmlns:a16="http://schemas.microsoft.com/office/drawing/2014/main" id="{62D11E6E-8419-43C8-B8D8-2AA502D7ED2B}"/>
              </a:ext>
            </a:extLst>
          </p:cNvPr>
          <p:cNvSpPr txBox="1"/>
          <p:nvPr/>
        </p:nvSpPr>
        <p:spPr>
          <a:xfrm rot="5400000">
            <a:off x="10415042" y="5687242"/>
            <a:ext cx="180136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Neutral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="" xmlns:a16="http://schemas.microsoft.com/office/drawing/2014/main" id="{197757DF-02D7-4553-8A20-521A271C171B}"/>
              </a:ext>
            </a:extLst>
          </p:cNvPr>
          <p:cNvSpPr txBox="1"/>
          <p:nvPr/>
        </p:nvSpPr>
        <p:spPr>
          <a:xfrm rot="5400000">
            <a:off x="9890450" y="5687242"/>
            <a:ext cx="180136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="" xmlns:a16="http://schemas.microsoft.com/office/drawing/2014/main" id="{94FDAD8E-7C66-4C50-A3C9-AD454D7CD62C}"/>
              </a:ext>
            </a:extLst>
          </p:cNvPr>
          <p:cNvCxnSpPr>
            <a:cxnSpLocks/>
          </p:cNvCxnSpPr>
          <p:nvPr/>
        </p:nvCxnSpPr>
        <p:spPr>
          <a:xfrm flipH="1">
            <a:off x="9474166" y="4364687"/>
            <a:ext cx="1" cy="365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="" xmlns:a16="http://schemas.microsoft.com/office/drawing/2014/main" id="{FCA659E3-3636-45DF-AFF5-7A272CA48BD6}"/>
              </a:ext>
            </a:extLst>
          </p:cNvPr>
          <p:cNvSpPr txBox="1"/>
          <p:nvPr/>
        </p:nvSpPr>
        <p:spPr>
          <a:xfrm rot="5400000">
            <a:off x="8800172" y="5691240"/>
            <a:ext cx="180136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Disliking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="" xmlns:a16="http://schemas.microsoft.com/office/drawing/2014/main" id="{BE2B2E6A-5F5A-420F-8C8B-C0B142E03B0B}"/>
              </a:ext>
            </a:extLst>
          </p:cNvPr>
          <p:cNvSpPr txBox="1"/>
          <p:nvPr/>
        </p:nvSpPr>
        <p:spPr>
          <a:xfrm rot="5400000">
            <a:off x="8347442" y="5691239"/>
            <a:ext cx="180136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Liking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="" xmlns:a16="http://schemas.microsoft.com/office/drawing/2014/main" id="{77DC0639-60B5-4A9F-815D-A03C51844537}"/>
              </a:ext>
            </a:extLst>
          </p:cNvPr>
          <p:cNvSpPr/>
          <p:nvPr/>
        </p:nvSpPr>
        <p:spPr>
          <a:xfrm>
            <a:off x="6911320" y="1921289"/>
            <a:ext cx="1433567" cy="79899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DEAP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="" xmlns:a16="http://schemas.microsoft.com/office/drawing/2014/main" id="{AD69ED20-F6EF-4F56-9CEF-F44F617B8B5F}"/>
              </a:ext>
            </a:extLst>
          </p:cNvPr>
          <p:cNvSpPr/>
          <p:nvPr/>
        </p:nvSpPr>
        <p:spPr>
          <a:xfrm rot="5400000">
            <a:off x="10790337" y="3445523"/>
            <a:ext cx="1034539" cy="79899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Multi-class classification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="" xmlns:a16="http://schemas.microsoft.com/office/drawing/2014/main" id="{5FD65D28-1BBD-4B64-928D-B7EE762C5718}"/>
              </a:ext>
            </a:extLst>
          </p:cNvPr>
          <p:cNvSpPr txBox="1"/>
          <p:nvPr/>
        </p:nvSpPr>
        <p:spPr>
          <a:xfrm rot="5400000">
            <a:off x="7574977" y="5690937"/>
            <a:ext cx="180197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dominance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="" xmlns:a16="http://schemas.microsoft.com/office/drawing/2014/main" id="{8BBE2833-6CCF-4B2E-8FB9-A6629EA43458}"/>
              </a:ext>
            </a:extLst>
          </p:cNvPr>
          <p:cNvSpPr txBox="1"/>
          <p:nvPr/>
        </p:nvSpPr>
        <p:spPr>
          <a:xfrm rot="5400000">
            <a:off x="7122248" y="5690937"/>
            <a:ext cx="1801973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dominance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="" xmlns:a16="http://schemas.microsoft.com/office/drawing/2014/main" id="{C2EF0248-31E8-4F58-9017-8A038614A2FD}"/>
              </a:ext>
            </a:extLst>
          </p:cNvPr>
          <p:cNvSpPr txBox="1"/>
          <p:nvPr/>
        </p:nvSpPr>
        <p:spPr>
          <a:xfrm rot="5400000">
            <a:off x="6352700" y="5691240"/>
            <a:ext cx="180136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arousal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="" xmlns:a16="http://schemas.microsoft.com/office/drawing/2014/main" id="{7F43987A-058A-4076-9918-F92AD1A79206}"/>
              </a:ext>
            </a:extLst>
          </p:cNvPr>
          <p:cNvSpPr txBox="1"/>
          <p:nvPr/>
        </p:nvSpPr>
        <p:spPr>
          <a:xfrm rot="5400000">
            <a:off x="5899970" y="5691239"/>
            <a:ext cx="180136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arousal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="" xmlns:a16="http://schemas.microsoft.com/office/drawing/2014/main" id="{30E82383-B5A8-4EC3-9756-CA588C1A099E}"/>
              </a:ext>
            </a:extLst>
          </p:cNvPr>
          <p:cNvSpPr txBox="1"/>
          <p:nvPr/>
        </p:nvSpPr>
        <p:spPr>
          <a:xfrm rot="5400000">
            <a:off x="5132931" y="5691240"/>
            <a:ext cx="180136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valence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="" xmlns:a16="http://schemas.microsoft.com/office/drawing/2014/main" id="{ECB1095A-5CED-4DF6-85F9-2ED3A7EB096E}"/>
              </a:ext>
            </a:extLst>
          </p:cNvPr>
          <p:cNvSpPr txBox="1"/>
          <p:nvPr/>
        </p:nvSpPr>
        <p:spPr>
          <a:xfrm rot="5400000">
            <a:off x="4680201" y="5691239"/>
            <a:ext cx="180136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valence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0" name="Straight Connector 119">
            <a:extLst>
              <a:ext uri="{FF2B5EF4-FFF2-40B4-BE49-F238E27FC236}">
                <a16:creationId xmlns="" xmlns:a16="http://schemas.microsoft.com/office/drawing/2014/main" id="{2388919E-ECE3-4D7E-A5D0-93D80E222829}"/>
              </a:ext>
            </a:extLst>
          </p:cNvPr>
          <p:cNvCxnSpPr>
            <a:cxnSpLocks/>
          </p:cNvCxnSpPr>
          <p:nvPr/>
        </p:nvCxnSpPr>
        <p:spPr>
          <a:xfrm>
            <a:off x="9248126" y="4730447"/>
            <a:ext cx="1818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="" xmlns:a16="http://schemas.microsoft.com/office/drawing/2014/main" id="{D1D487C0-5F7C-414A-AFF4-CBA650A55B11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9248126" y="4730447"/>
            <a:ext cx="0" cy="2293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="" xmlns:a16="http://schemas.microsoft.com/office/drawing/2014/main" id="{71CE57B0-9F21-450E-A5F1-473D84074236}"/>
              </a:ext>
            </a:extLst>
          </p:cNvPr>
          <p:cNvCxnSpPr>
            <a:cxnSpLocks/>
          </p:cNvCxnSpPr>
          <p:nvPr/>
        </p:nvCxnSpPr>
        <p:spPr>
          <a:xfrm>
            <a:off x="9700207" y="4730447"/>
            <a:ext cx="0" cy="2293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="" xmlns:a16="http://schemas.microsoft.com/office/drawing/2014/main" id="{D5CA929B-4A92-4D0B-947A-D3E2F2075C0C}"/>
              </a:ext>
            </a:extLst>
          </p:cNvPr>
          <p:cNvCxnSpPr>
            <a:cxnSpLocks/>
          </p:cNvCxnSpPr>
          <p:nvPr/>
        </p:nvCxnSpPr>
        <p:spPr>
          <a:xfrm>
            <a:off x="8188185" y="4730447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="" xmlns:a16="http://schemas.microsoft.com/office/drawing/2014/main" id="{1A37F128-7166-44F8-B10B-DF357915BF20}"/>
              </a:ext>
            </a:extLst>
          </p:cNvPr>
          <p:cNvSpPr/>
          <p:nvPr/>
        </p:nvSpPr>
        <p:spPr>
          <a:xfrm rot="5400000">
            <a:off x="7715151" y="3445523"/>
            <a:ext cx="1034539" cy="79899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</a:t>
            </a:r>
            <a:endParaRPr lang="en-US" sz="1400" dirty="0">
              <a:cs typeface="B Nazanin" panose="00000400000000000000" pitchFamily="2" charset="-78"/>
            </a:endParaRPr>
          </a:p>
        </p:txBody>
      </p:sp>
      <p:cxnSp>
        <p:nvCxnSpPr>
          <p:cNvPr id="132" name="Straight Connector 131">
            <a:extLst>
              <a:ext uri="{FF2B5EF4-FFF2-40B4-BE49-F238E27FC236}">
                <a16:creationId xmlns="" xmlns:a16="http://schemas.microsoft.com/office/drawing/2014/main" id="{B55130AF-0DA5-45A5-B249-5BBE07D5093C}"/>
              </a:ext>
            </a:extLst>
          </p:cNvPr>
          <p:cNvCxnSpPr>
            <a:cxnSpLocks/>
          </p:cNvCxnSpPr>
          <p:nvPr/>
        </p:nvCxnSpPr>
        <p:spPr>
          <a:xfrm flipH="1">
            <a:off x="8232421" y="4364687"/>
            <a:ext cx="1" cy="365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="" xmlns:a16="http://schemas.microsoft.com/office/drawing/2014/main" id="{C1B80F79-C57D-4A90-AB16-DF97847BB108}"/>
              </a:ext>
            </a:extLst>
          </p:cNvPr>
          <p:cNvCxnSpPr>
            <a:cxnSpLocks/>
          </p:cNvCxnSpPr>
          <p:nvPr/>
        </p:nvCxnSpPr>
        <p:spPr>
          <a:xfrm>
            <a:off x="8006381" y="4730447"/>
            <a:ext cx="1818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="" xmlns:a16="http://schemas.microsoft.com/office/drawing/2014/main" id="{71F2A30C-011D-4526-8889-0E9667616B35}"/>
              </a:ext>
            </a:extLst>
          </p:cNvPr>
          <p:cNvCxnSpPr>
            <a:cxnSpLocks/>
          </p:cNvCxnSpPr>
          <p:nvPr/>
        </p:nvCxnSpPr>
        <p:spPr>
          <a:xfrm>
            <a:off x="8006381" y="4730447"/>
            <a:ext cx="0" cy="2293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="" xmlns:a16="http://schemas.microsoft.com/office/drawing/2014/main" id="{5AF30505-3714-4A8A-AEBA-0DD3ED669E08}"/>
              </a:ext>
            </a:extLst>
          </p:cNvPr>
          <p:cNvCxnSpPr>
            <a:cxnSpLocks/>
          </p:cNvCxnSpPr>
          <p:nvPr/>
        </p:nvCxnSpPr>
        <p:spPr>
          <a:xfrm>
            <a:off x="8458462" y="4730447"/>
            <a:ext cx="0" cy="2293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="" xmlns:a16="http://schemas.microsoft.com/office/drawing/2014/main" id="{11B8920E-7C1D-4705-9835-C77D58681FE9}"/>
              </a:ext>
            </a:extLst>
          </p:cNvPr>
          <p:cNvCxnSpPr>
            <a:cxnSpLocks/>
          </p:cNvCxnSpPr>
          <p:nvPr/>
        </p:nvCxnSpPr>
        <p:spPr>
          <a:xfrm>
            <a:off x="6975153" y="4730447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ectangle 146">
            <a:extLst>
              <a:ext uri="{FF2B5EF4-FFF2-40B4-BE49-F238E27FC236}">
                <a16:creationId xmlns="" xmlns:a16="http://schemas.microsoft.com/office/drawing/2014/main" id="{F956DF1E-73BE-4FC4-9F3E-DFF6ED2BDB9B}"/>
              </a:ext>
            </a:extLst>
          </p:cNvPr>
          <p:cNvSpPr/>
          <p:nvPr/>
        </p:nvSpPr>
        <p:spPr>
          <a:xfrm rot="5400000">
            <a:off x="6502119" y="3445523"/>
            <a:ext cx="1034539" cy="79899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</a:t>
            </a:r>
            <a:endParaRPr lang="en-US" sz="1400" dirty="0">
              <a:cs typeface="B Nazanin" panose="00000400000000000000" pitchFamily="2" charset="-78"/>
            </a:endParaRPr>
          </a:p>
        </p:txBody>
      </p:sp>
      <p:cxnSp>
        <p:nvCxnSpPr>
          <p:cNvPr id="148" name="Straight Connector 147">
            <a:extLst>
              <a:ext uri="{FF2B5EF4-FFF2-40B4-BE49-F238E27FC236}">
                <a16:creationId xmlns="" xmlns:a16="http://schemas.microsoft.com/office/drawing/2014/main" id="{431BF22B-3123-4203-A87D-C490C9B80EA1}"/>
              </a:ext>
            </a:extLst>
          </p:cNvPr>
          <p:cNvCxnSpPr>
            <a:cxnSpLocks/>
          </p:cNvCxnSpPr>
          <p:nvPr/>
        </p:nvCxnSpPr>
        <p:spPr>
          <a:xfrm flipH="1">
            <a:off x="7019389" y="4364687"/>
            <a:ext cx="1" cy="365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="" xmlns:a16="http://schemas.microsoft.com/office/drawing/2014/main" id="{DFE59AAF-19F2-4ADB-8D1D-23DC03575616}"/>
              </a:ext>
            </a:extLst>
          </p:cNvPr>
          <p:cNvCxnSpPr>
            <a:cxnSpLocks/>
          </p:cNvCxnSpPr>
          <p:nvPr/>
        </p:nvCxnSpPr>
        <p:spPr>
          <a:xfrm>
            <a:off x="6793349" y="4730447"/>
            <a:ext cx="1818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="" xmlns:a16="http://schemas.microsoft.com/office/drawing/2014/main" id="{07507596-B173-4814-BA12-CCFF0D5A05EA}"/>
              </a:ext>
            </a:extLst>
          </p:cNvPr>
          <p:cNvCxnSpPr>
            <a:cxnSpLocks/>
          </p:cNvCxnSpPr>
          <p:nvPr/>
        </p:nvCxnSpPr>
        <p:spPr>
          <a:xfrm>
            <a:off x="6793349" y="4730447"/>
            <a:ext cx="0" cy="2293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="" xmlns:a16="http://schemas.microsoft.com/office/drawing/2014/main" id="{AD870BCB-2B49-4550-8DF3-FA9AB7069C7D}"/>
              </a:ext>
            </a:extLst>
          </p:cNvPr>
          <p:cNvCxnSpPr>
            <a:cxnSpLocks/>
          </p:cNvCxnSpPr>
          <p:nvPr/>
        </p:nvCxnSpPr>
        <p:spPr>
          <a:xfrm>
            <a:off x="7245430" y="4730447"/>
            <a:ext cx="0" cy="2293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="" xmlns:a16="http://schemas.microsoft.com/office/drawing/2014/main" id="{F7796873-A2EA-49B4-930F-596B63C3AAB8}"/>
              </a:ext>
            </a:extLst>
          </p:cNvPr>
          <p:cNvCxnSpPr>
            <a:cxnSpLocks/>
          </p:cNvCxnSpPr>
          <p:nvPr/>
        </p:nvCxnSpPr>
        <p:spPr>
          <a:xfrm>
            <a:off x="5733408" y="4730448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>
            <a:extLst>
              <a:ext uri="{FF2B5EF4-FFF2-40B4-BE49-F238E27FC236}">
                <a16:creationId xmlns="" xmlns:a16="http://schemas.microsoft.com/office/drawing/2014/main" id="{94BB1084-FD11-4BE8-9268-E4BAC53A6559}"/>
              </a:ext>
            </a:extLst>
          </p:cNvPr>
          <p:cNvSpPr/>
          <p:nvPr/>
        </p:nvSpPr>
        <p:spPr>
          <a:xfrm rot="5400000">
            <a:off x="5260374" y="3445524"/>
            <a:ext cx="1034539" cy="7989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4" name="Straight Connector 153">
            <a:extLst>
              <a:ext uri="{FF2B5EF4-FFF2-40B4-BE49-F238E27FC236}">
                <a16:creationId xmlns="" xmlns:a16="http://schemas.microsoft.com/office/drawing/2014/main" id="{333CD131-A33B-4C53-B977-A14D46E4A0A2}"/>
              </a:ext>
            </a:extLst>
          </p:cNvPr>
          <p:cNvCxnSpPr>
            <a:cxnSpLocks/>
          </p:cNvCxnSpPr>
          <p:nvPr/>
        </p:nvCxnSpPr>
        <p:spPr>
          <a:xfrm flipH="1">
            <a:off x="5777644" y="4364688"/>
            <a:ext cx="1" cy="3657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="" xmlns:a16="http://schemas.microsoft.com/office/drawing/2014/main" id="{DA3FD708-9828-4CB0-AEB6-4F56BB038CAC}"/>
              </a:ext>
            </a:extLst>
          </p:cNvPr>
          <p:cNvCxnSpPr>
            <a:cxnSpLocks/>
          </p:cNvCxnSpPr>
          <p:nvPr/>
        </p:nvCxnSpPr>
        <p:spPr>
          <a:xfrm>
            <a:off x="5551604" y="4730448"/>
            <a:ext cx="1818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="" xmlns:a16="http://schemas.microsoft.com/office/drawing/2014/main" id="{E59ACC59-42CC-4D63-8063-342CC0CE998E}"/>
              </a:ext>
            </a:extLst>
          </p:cNvPr>
          <p:cNvCxnSpPr>
            <a:cxnSpLocks/>
          </p:cNvCxnSpPr>
          <p:nvPr/>
        </p:nvCxnSpPr>
        <p:spPr>
          <a:xfrm>
            <a:off x="5551604" y="4730448"/>
            <a:ext cx="0" cy="2293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="" xmlns:a16="http://schemas.microsoft.com/office/drawing/2014/main" id="{5212C445-0262-405D-9333-C6584297A511}"/>
              </a:ext>
            </a:extLst>
          </p:cNvPr>
          <p:cNvCxnSpPr>
            <a:cxnSpLocks/>
          </p:cNvCxnSpPr>
          <p:nvPr/>
        </p:nvCxnSpPr>
        <p:spPr>
          <a:xfrm>
            <a:off x="6003685" y="4730448"/>
            <a:ext cx="0" cy="2293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="" xmlns:a16="http://schemas.microsoft.com/office/drawing/2014/main" id="{E673A20F-341F-4DA6-A115-EE351A9E6619}"/>
              </a:ext>
            </a:extLst>
          </p:cNvPr>
          <p:cNvCxnSpPr>
            <a:cxnSpLocks/>
          </p:cNvCxnSpPr>
          <p:nvPr/>
        </p:nvCxnSpPr>
        <p:spPr>
          <a:xfrm>
            <a:off x="10789572" y="4726450"/>
            <a:ext cx="10507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="" xmlns:a16="http://schemas.microsoft.com/office/drawing/2014/main" id="{6898E436-EA31-40D0-9592-96BF55067784}"/>
              </a:ext>
            </a:extLst>
          </p:cNvPr>
          <p:cNvCxnSpPr>
            <a:cxnSpLocks/>
          </p:cNvCxnSpPr>
          <p:nvPr/>
        </p:nvCxnSpPr>
        <p:spPr>
          <a:xfrm>
            <a:off x="10789572" y="4726450"/>
            <a:ext cx="0" cy="2293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="" xmlns:a16="http://schemas.microsoft.com/office/drawing/2014/main" id="{56F05CFE-BAED-466E-8443-C067FD8DB0E5}"/>
              </a:ext>
            </a:extLst>
          </p:cNvPr>
          <p:cNvCxnSpPr>
            <a:cxnSpLocks/>
          </p:cNvCxnSpPr>
          <p:nvPr/>
        </p:nvCxnSpPr>
        <p:spPr>
          <a:xfrm>
            <a:off x="11840317" y="4726450"/>
            <a:ext cx="0" cy="2293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="" xmlns:a16="http://schemas.microsoft.com/office/drawing/2014/main" id="{31C5936F-4D9E-491C-BDCA-CE1239E3B616}"/>
              </a:ext>
            </a:extLst>
          </p:cNvPr>
          <p:cNvCxnSpPr>
            <a:cxnSpLocks/>
          </p:cNvCxnSpPr>
          <p:nvPr/>
        </p:nvCxnSpPr>
        <p:spPr>
          <a:xfrm>
            <a:off x="11307732" y="4726450"/>
            <a:ext cx="0" cy="2293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="" xmlns:a16="http://schemas.microsoft.com/office/drawing/2014/main" id="{DD1AE443-5EE3-4261-9659-44F2408B85B5}"/>
              </a:ext>
            </a:extLst>
          </p:cNvPr>
          <p:cNvCxnSpPr>
            <a:endCxn id="108" idx="3"/>
          </p:cNvCxnSpPr>
          <p:nvPr/>
        </p:nvCxnSpPr>
        <p:spPr>
          <a:xfrm flipV="1">
            <a:off x="11307606" y="4362288"/>
            <a:ext cx="1" cy="364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="" xmlns:a16="http://schemas.microsoft.com/office/drawing/2014/main" id="{78059F5E-E127-4B3A-A6CA-AA7494D306E7}"/>
              </a:ext>
            </a:extLst>
          </p:cNvPr>
          <p:cNvCxnSpPr/>
          <p:nvPr/>
        </p:nvCxnSpPr>
        <p:spPr>
          <a:xfrm>
            <a:off x="1411161" y="1346826"/>
            <a:ext cx="1" cy="5396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="" xmlns:a16="http://schemas.microsoft.com/office/drawing/2014/main" id="{AF8D53D9-1AF7-4592-8D0C-A9E00C630837}"/>
              </a:ext>
            </a:extLst>
          </p:cNvPr>
          <p:cNvCxnSpPr>
            <a:cxnSpLocks/>
          </p:cNvCxnSpPr>
          <p:nvPr/>
        </p:nvCxnSpPr>
        <p:spPr>
          <a:xfrm>
            <a:off x="5763425" y="3098363"/>
            <a:ext cx="3727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="" xmlns:a16="http://schemas.microsoft.com/office/drawing/2014/main" id="{11EC0209-62F1-4ED5-9CDA-F4674EF92E79}"/>
              </a:ext>
            </a:extLst>
          </p:cNvPr>
          <p:cNvCxnSpPr>
            <a:cxnSpLocks/>
          </p:cNvCxnSpPr>
          <p:nvPr/>
        </p:nvCxnSpPr>
        <p:spPr>
          <a:xfrm>
            <a:off x="5763425" y="3098363"/>
            <a:ext cx="0" cy="2293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="" xmlns:a16="http://schemas.microsoft.com/office/drawing/2014/main" id="{D7DADDDE-38E5-404B-A312-ED651C31E1A5}"/>
              </a:ext>
            </a:extLst>
          </p:cNvPr>
          <p:cNvCxnSpPr>
            <a:cxnSpLocks/>
          </p:cNvCxnSpPr>
          <p:nvPr/>
        </p:nvCxnSpPr>
        <p:spPr>
          <a:xfrm flipV="1">
            <a:off x="7652861" y="2720280"/>
            <a:ext cx="0" cy="3780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="" xmlns:a16="http://schemas.microsoft.com/office/drawing/2014/main" id="{6C6A3A2A-C69D-4CC0-8A0D-C919E0B86760}"/>
              </a:ext>
            </a:extLst>
          </p:cNvPr>
          <p:cNvCxnSpPr>
            <a:cxnSpLocks/>
          </p:cNvCxnSpPr>
          <p:nvPr/>
        </p:nvCxnSpPr>
        <p:spPr>
          <a:xfrm>
            <a:off x="7012536" y="3098363"/>
            <a:ext cx="0" cy="2293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="" xmlns:a16="http://schemas.microsoft.com/office/drawing/2014/main" id="{AFC46810-7781-4EF5-B941-032CDC5D4CC3}"/>
              </a:ext>
            </a:extLst>
          </p:cNvPr>
          <p:cNvCxnSpPr>
            <a:cxnSpLocks/>
          </p:cNvCxnSpPr>
          <p:nvPr/>
        </p:nvCxnSpPr>
        <p:spPr>
          <a:xfrm>
            <a:off x="8207901" y="3098363"/>
            <a:ext cx="0" cy="2293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="" xmlns:a16="http://schemas.microsoft.com/office/drawing/2014/main" id="{2862FAB0-F3ED-4CE6-9A5B-3DD24CE4A4AA}"/>
              </a:ext>
            </a:extLst>
          </p:cNvPr>
          <p:cNvCxnSpPr>
            <a:cxnSpLocks/>
          </p:cNvCxnSpPr>
          <p:nvPr/>
        </p:nvCxnSpPr>
        <p:spPr>
          <a:xfrm>
            <a:off x="9491424" y="3098363"/>
            <a:ext cx="0" cy="2293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="" xmlns:a16="http://schemas.microsoft.com/office/drawing/2014/main" id="{7881B94F-7A3D-434B-8B32-36DD25369E5A}"/>
              </a:ext>
            </a:extLst>
          </p:cNvPr>
          <p:cNvCxnSpPr>
            <a:endCxn id="108" idx="1"/>
          </p:cNvCxnSpPr>
          <p:nvPr/>
        </p:nvCxnSpPr>
        <p:spPr>
          <a:xfrm flipH="1">
            <a:off x="11307607" y="2720279"/>
            <a:ext cx="7337" cy="6074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="" xmlns:a16="http://schemas.microsoft.com/office/drawing/2014/main" id="{0E867ABE-F2E4-4AED-AAC5-FB3FB4255FB7}"/>
              </a:ext>
            </a:extLst>
          </p:cNvPr>
          <p:cNvCxnSpPr>
            <a:cxnSpLocks/>
            <a:stCxn id="10" idx="3"/>
            <a:endCxn id="6" idx="1"/>
          </p:cNvCxnSpPr>
          <p:nvPr/>
        </p:nvCxnSpPr>
        <p:spPr>
          <a:xfrm flipV="1">
            <a:off x="2696319" y="928506"/>
            <a:ext cx="600644" cy="10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="" xmlns:a16="http://schemas.microsoft.com/office/drawing/2014/main" id="{EDD2114F-B4AE-493D-9659-38737386C003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8904613" y="928506"/>
            <a:ext cx="600644" cy="47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="" xmlns:a16="http://schemas.microsoft.com/office/drawing/2014/main" id="{77DC0639-60B5-4A9F-815D-A03C51844537}"/>
              </a:ext>
            </a:extLst>
          </p:cNvPr>
          <p:cNvSpPr/>
          <p:nvPr/>
        </p:nvSpPr>
        <p:spPr>
          <a:xfrm>
            <a:off x="10575193" y="1936408"/>
            <a:ext cx="1433567" cy="79899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584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</TotalTime>
  <Words>44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B Nazanin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Mohammadreza</dc:creator>
  <cp:lastModifiedBy>ASUS</cp:lastModifiedBy>
  <cp:revision>16</cp:revision>
  <dcterms:created xsi:type="dcterms:W3CDTF">2022-02-05T16:57:37Z</dcterms:created>
  <dcterms:modified xsi:type="dcterms:W3CDTF">2022-09-01T06:45:04Z</dcterms:modified>
</cp:coreProperties>
</file>